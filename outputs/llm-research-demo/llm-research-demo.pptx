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本页用于展示学术汇报结构，而非声称提出已验证的新方法。背景：Lewis et al., Retrieval-Augmented Generation for Knowledge-Intensive NLP Tasks, NeurIPS 2020, https://arxiv.org/abs/2005.11401。自适应检索已有相关工作，例如 Adaptive-RAG (Jeong et al., 2024)；本方案不主张新颖性，正式研究需进一步文献查重。路由器仅使用问题与推理时可得信号，不得使用测试答案。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实验设计示例，不含虚构准确率、延迟或提升幅度。建议选用有标准答案的知识问答数据，并事先固定数据划分、知识库版本、模型、提示词及推理设置。EM/F1衡量答案匹配；引用核验需人工抽样或可审计的证据标注；统一硬件与负载测量延迟。检索阈值只在开发集调整，最终测试报告质量—成本曲线。与随机路由匹配检索比例，以验证问题相关路由是否优于仅减少调用次数。研究新颖性尚未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RESEARCH PROPOSAL  /  LARGE LANGUAGE MODELS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让检索按需发生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12648" y="1673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6E0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面向知识问答的自适应检索增强生成（RAG）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2432304"/>
            <a:ext cx="3675888" cy="3520440"/>
          </a:xfrm>
          <a:prstGeom prst="roundRect">
            <a:avLst>
              <a:gd name="adj" fmla="val 3117"/>
            </a:avLst>
          </a:prstGeom>
          <a:solidFill>
            <a:srgbClr val="1C3C43"/>
          </a:solidFill>
          <a:ln w="12700">
            <a:solidFill>
              <a:srgbClr val="1C3C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697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研究问题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31363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每个问题都需要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同样强度的检索吗？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9536" y="4361688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E0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固定检索可能带来无关证据，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6E0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也可能为简单问题增加延迟。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51846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目标：在答案质量、证据支撑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与推理成本之间取得平衡。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26974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方法概念：依据问题决定检索路径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3273552"/>
            <a:ext cx="1335024" cy="658368"/>
          </a:xfrm>
          <a:prstGeom prst="roundRect">
            <a:avLst>
              <a:gd name="adj" fmla="val 16667"/>
            </a:avLst>
          </a:prstGeom>
          <a:solidFill>
            <a:srgbClr val="2C4C53"/>
          </a:solidFill>
          <a:ln w="12700">
            <a:solidFill>
              <a:srgbClr val="2C4C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0176" y="3602736"/>
            <a:ext cx="384048" cy="0"/>
          </a:xfrm>
          <a:prstGeom prst="line">
            <a:avLst/>
          </a:prstGeom>
          <a:noFill/>
          <a:ln w="22860">
            <a:solidFill>
              <a:srgbClr val="9DE6C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3273552"/>
            <a:ext cx="1627632" cy="658368"/>
          </a:xfrm>
          <a:prstGeom prst="roundRect">
            <a:avLst>
              <a:gd name="adj" fmla="val 16667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290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检索路由器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55864" y="3602736"/>
            <a:ext cx="457200" cy="-448056"/>
          </a:xfrm>
          <a:prstGeom prst="line">
            <a:avLst/>
          </a:prstGeom>
          <a:noFill/>
          <a:ln w="22860">
            <a:solidFill>
              <a:srgbClr val="9DE6C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55864" y="3602736"/>
            <a:ext cx="457200" cy="457200"/>
          </a:xfrm>
          <a:prstGeom prst="line">
            <a:avLst/>
          </a:prstGeom>
          <a:noFill/>
          <a:ln w="22860">
            <a:solidFill>
              <a:srgbClr val="9DE6C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77072" y="2788920"/>
            <a:ext cx="2706624" cy="704088"/>
          </a:xfrm>
          <a:prstGeom prst="roundRect">
            <a:avLst>
              <a:gd name="adj" fmla="val 15584"/>
            </a:avLst>
          </a:prstGeom>
          <a:solidFill>
            <a:srgbClr val="2C4C53"/>
          </a:solidFill>
          <a:ln w="12700">
            <a:solidFill>
              <a:srgbClr val="2C4C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29809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直接生成 · 无外部检索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77072" y="3767328"/>
            <a:ext cx="2706624" cy="704088"/>
          </a:xfrm>
          <a:prstGeom prst="roundRect">
            <a:avLst>
              <a:gd name="adj" fmla="val 15584"/>
            </a:avLst>
          </a:prstGeom>
          <a:solidFill>
            <a:srgbClr val="2C4C53"/>
          </a:solidFill>
          <a:ln w="12700">
            <a:solidFill>
              <a:srgbClr val="2C4C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39684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检索证据 → 增强生成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45152" y="489204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路由信号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0176" y="489204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问题特征 + 独立开发集上校准的置信信号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45152" y="55138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归因重点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0176" y="551383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固定模型与知识库，隔离路由策略的实际收益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63916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BF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示例研究方案｜方法构想，尚未开展实验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680192" y="6391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BF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570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EVALUATION PLAN  /  QUALITY × COST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用公平对照验证：收益是否来自路由？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755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70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先确定质量容忍范围，再比较成本；开发集选阈值，测试集只做最终评估。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542032"/>
            <a:ext cx="3474720" cy="2231136"/>
          </a:xfrm>
          <a:prstGeom prst="roundRect">
            <a:avLst>
              <a:gd name="adj" fmla="val 491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F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53896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无检索 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 Top-k RAG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1538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自适应 RAG（待验证）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1688" y="2542032"/>
            <a:ext cx="3474720" cy="2231136"/>
          </a:xfrm>
          <a:prstGeom prst="roundRect">
            <a:avLst>
              <a:gd name="adj" fmla="val 491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779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F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21224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评估指标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0288" y="34290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答案质量：EM / Token F1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0288" y="382219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证据支撑：引用核验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0288" y="421538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成本：P50 / P95 延迟、Token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9016" y="2542032"/>
            <a:ext cx="3474720" cy="2231136"/>
          </a:xfrm>
          <a:prstGeom prst="roundRect">
            <a:avLst>
              <a:gd name="adj" fmla="val 491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779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F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88552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消融与控制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7616" y="34290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随机路由：相同检索比例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7616" y="382219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固定模型、知识库与预算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57616" y="421538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阈值敏感性与多次运行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111496"/>
            <a:ext cx="11009376" cy="822960"/>
          </a:xfrm>
          <a:prstGeom prst="roundRect">
            <a:avLst>
              <a:gd name="adj" fmla="val 13333"/>
            </a:avLst>
          </a:prstGeom>
          <a:solidFill>
            <a:srgbClr val="102B32"/>
          </a:solidFill>
          <a:ln w="12700">
            <a:solidFill>
              <a:srgbClr val="102B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385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E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待验证假设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61488" y="538581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在预设质量容忍范围内，减少检索调用与端到端延迟。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" y="60716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70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主要风险：错误跳过检索、置信度失准、跨领域退化；需逐类统计失败案例。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背景：Lewis et al., NeurIPS 2020（RAG）；Jeong et al., NAACL 2024（Adaptive-RAG）。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70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面向知识问答的自适应 RAG</dc:title>
  <dc:subject>Illustrative research proposal, no experimental results</dc:subject>
  <dc:creator>Academic Research Demo</dc:creator>
  <cp:lastModifiedBy>Academic Research Demo</cp:lastModifiedBy>
  <cp:revision>1</cp:revision>
  <dcterms:created xsi:type="dcterms:W3CDTF">2026-10-11T03:54:32Z</dcterms:created>
  <dcterms:modified xsi:type="dcterms:W3CDTF">2026-10-11T03:54:32Z</dcterms:modified>
</cp:coreProperties>
</file>